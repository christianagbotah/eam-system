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73398"/>
            <a:ext cx="8001000" cy="21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3837" y="1837730"/>
            <a:ext cx="2716214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b="1" spc="-56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2118073" y="2552105"/>
            <a:ext cx="4907743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Repairs — Work Order Workflow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3566008" y="2937867"/>
            <a:ext cx="20118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Process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71975" y="3337917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97262" y="3530798"/>
            <a:ext cx="29493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Asset Management Platform · Lightworld Technology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600" y="4961334"/>
            <a:ext cx="84632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76034" y="4961334"/>
            <a:ext cx="26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4073145969-nfqx5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190" y="1402434"/>
            <a:ext cx="1232252" cy="212027"/>
          </a:xfrm>
          <a:prstGeom prst="roundRect">
            <a:avLst>
              <a:gd name="adj" fmla="val 269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00050" y="1413793"/>
            <a:ext cx="11865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4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1774552"/>
            <a:ext cx="3143250" cy="88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Complete Asset Management Command Center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77190" y="2784535"/>
            <a:ext cx="1000304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1494" y="290270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00050" y="2797336"/>
            <a:ext cx="95458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18+ Modules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77190" y="3123863"/>
            <a:ext cx="1251563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21494" y="3242035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00050" y="3136664"/>
            <a:ext cx="120584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77190" y="3463191"/>
            <a:ext cx="1063370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21494" y="358136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00050" y="3475992"/>
            <a:ext cx="101765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KPIs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8600" y="4961334"/>
            <a:ext cx="79400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182942" y="4961334"/>
            <a:ext cx="7324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at a Glance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2668576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Workflow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628650"/>
            <a:ext cx="25415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Issue Identification to Performance Reporting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460772" y="1841692"/>
            <a:ext cx="1207294" cy="1460116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7256" y="2016714"/>
            <a:ext cx="314325" cy="31432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7256" y="20167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8644" y="2431052"/>
            <a:ext cx="971550" cy="336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578644" y="2795383"/>
            <a:ext cx="1000696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identifies issue and submits request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01664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1863849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10333" y="2076655"/>
            <a:ext cx="314325" cy="314325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10333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81721" y="2490992"/>
            <a:ext cx="971550" cy="336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Approval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1981721" y="2855323"/>
            <a:ext cx="10006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 triages and approves request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4629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3266815" y="1841692"/>
            <a:ext cx="1207294" cy="1460116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3299" y="2016714"/>
            <a:ext cx="314325" cy="314325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3299" y="20167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4686" y="243105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Planning &amp; Assignment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384686" y="2795383"/>
            <a:ext cx="1000697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created with resources assigned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07706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4669892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16376" y="2076655"/>
            <a:ext cx="314325" cy="314325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6376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7764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Execution &amp; Logistics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4787764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and materials requisitioned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10783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6072857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19342" y="2076655"/>
            <a:ext cx="314325" cy="31432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19342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0729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6190729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documented and verified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3749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7475934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22419" y="2076655"/>
            <a:ext cx="314325" cy="314325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22419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93806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Reporting &amp; Analytics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7593806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Insights and KPI performance data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28600" y="4961334"/>
            <a:ext cx="79853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8261" y="4961334"/>
            <a:ext cx="6871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Overview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4812979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Industrial Maintenance Teams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60772" y="660797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506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4406" y="850106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Lifecycle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506" y="1121569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CRUD operations with complete status tracking from creation to closure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42035" y="660797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2769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2769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45669" y="850106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Triage &amp; Approval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2769" y="1121569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Multi-level workflow for reviewing and approving maintenance requests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23297" y="660797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4032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84032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26932" y="850106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84032" y="1121569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Checkout, transfer, and damage reporting for repair tools and equipment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070460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506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4406" y="2259769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Requisition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506" y="2531232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 tracking with store issuance integration and return management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2035" y="2070460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2769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2769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5669" y="2259769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Dashboards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2769" y="2531232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KPIs and analytics for instant visibility into operations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23297" y="2070460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4032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84032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26932" y="2259769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84032" y="2531232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impact tracking with root cause categorization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0772" y="3480122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1506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1506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4406" y="3669432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Assignment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506" y="3940894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Supervisor, technician, and planner role-based task distribution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2035" y="3480122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02769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02769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45669" y="3669432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 Reporting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2769" y="3940894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Template-based report generation with PDF and Excel export options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23297" y="3480122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84032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84032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26932" y="3669432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Multi-Plant Support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84032" y="3940894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Tema, Kumasi, and Takoradi unified under a single platform instance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28600" y="4961334"/>
            <a:ext cx="8103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46467" y="4961334"/>
            <a:ext cx="5689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10B981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1889522" y="2139553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89522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889522" y="26610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identifies an issue and submits a maintenance request with full details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43438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8044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87755" y="4961334"/>
            <a:ext cx="627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239-ui8n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8633" y="2268141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72933" y="2219920"/>
            <a:ext cx="1326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 Control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458633" y="2550319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72933" y="2502098"/>
            <a:ext cx="12965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Accounts Available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458633" y="2832497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72933" y="2784277"/>
            <a:ext cx="1302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Multi-Plant Authentication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10281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Login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149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57803" y="4961334"/>
            <a:ext cx="9575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&amp; Role-Based Access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240-snqb9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4253" y="2268141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708553" y="2219920"/>
            <a:ext cx="1139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Action Buttons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94253" y="2550319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08553" y="2502098"/>
            <a:ext cx="1112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Recent Activity Feed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94253" y="2832497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08553" y="2784277"/>
            <a:ext cx="12804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Cross-Module Overview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6464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Workspace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423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85286" y="4961334"/>
            <a:ext cx="7301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Dashboard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638-anz5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6499" y="2268141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40799" y="2219920"/>
            <a:ext cx="1160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KPIs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526499" y="2550319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40799" y="2502098"/>
            <a:ext cx="11610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 Action Alerts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26499" y="2832497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40799" y="2784277"/>
            <a:ext cx="1276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Quick Navigation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1214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918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34710" y="4961334"/>
            <a:ext cx="8806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Command Center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0283-16sc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9315" y="2268141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73615" y="2219920"/>
            <a:ext cx="1240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18+ Integrated Modules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59315" y="2550319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73615" y="2502098"/>
            <a:ext cx="12289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Contextual Sub-Menus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559315" y="2832497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73615" y="2784277"/>
            <a:ext cx="1139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Collapsible Navigation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24791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Module Ecosystem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597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02687" y="4961334"/>
            <a:ext cx="812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Module Navigation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3900-6em1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6375" y="2268141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40675" y="2219920"/>
            <a:ext cx="1260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Title &amp; Description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6375" y="2550319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40675" y="2502098"/>
            <a:ext cx="1260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Selection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6375" y="2832497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40675" y="2784277"/>
            <a:ext cx="13612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 &amp; Downtime Status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6016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Request Form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6394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82347" y="4961334"/>
            <a:ext cx="10950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Maintenance Request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4176-go7b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5297" y="2268141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69597" y="2219920"/>
            <a:ext cx="1131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Filterable Data Table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55297" y="2550319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69597" y="2502098"/>
            <a:ext cx="12446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&amp; Priority Badges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55297" y="2832497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69597" y="2784277"/>
            <a:ext cx="1168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Detail View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46858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Tracking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361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79023" y="4961334"/>
            <a:ext cx="836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List &amp; Tracking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28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06B6D4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7308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0823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Approval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7308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 reviews, triages, and approves the request for work order creation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5036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46504" y="4961334"/>
            <a:ext cx="12390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— Review &amp; Approval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5116-2foaz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763055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Workflow Stepper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90410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Submitted → Approved → WO Created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76305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Audit Trail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096258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Progress Tracker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469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12571" y="4961334"/>
            <a:ext cx="12749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Detail &amp; Workflow Status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42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8B5CF6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5022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2223" y="2246709"/>
            <a:ext cx="408039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Planning &amp; Work Orders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5022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Approved requests are converted into executable work orders with resource assignment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323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66794" y="4961334"/>
            <a:ext cx="14564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— Planning &amp; Work Orders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4324-95jrx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209830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Type: Breakdown / Corrective / Preventive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94287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Priority-Based Sorting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94287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Tracking Across WOs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91731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Management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61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04498" y="4961334"/>
            <a:ext cx="610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Orders Hub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5387-29prh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13747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Auto-Link to Request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24612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&amp; Priority Selection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24422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 Assignment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5440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Creation Form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05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48687" y="4961334"/>
            <a:ext cx="666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Work Order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6661-ohl8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4698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/ Complete Actions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133624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Checklist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19464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&amp; Labor Logging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389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Detail &amp; Actions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00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43180" y="4961334"/>
            <a:ext cx="9722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Execution View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28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F59E0B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7308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0823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&amp; Materials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7308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Technicians request specialized tools and spare parts needed for work order execution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4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572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14928" y="4961334"/>
            <a:ext cx="11665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— Tools &amp; Materials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3864-ynxc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12413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WO-Linked Requests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01738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 Workflow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964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Issuance Tracking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60133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 Tool Requests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83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55497" y="4961334"/>
            <a:ext cx="630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Requests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3140-y05j1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23256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Requisition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2419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 &amp; Specification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321116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Issuance Integration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81206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 &amp; Materials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321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75030" y="4961334"/>
            <a:ext cx="6403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Requests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226-0cox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7862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Cross-Plant Movement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38090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Sender &amp; Receiver Tracking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27862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Audit Trail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985954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Inter-Plant Tool Transfers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865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29402" y="4961334"/>
            <a:ext cx="4859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Transfers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214563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10B981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2318147" y="216812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18147" y="2332434"/>
            <a:ext cx="4459415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18147" y="27753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is documented, verified by supervisors, and closed with full traceability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72013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5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7607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03679" y="4961334"/>
            <a:ext cx="96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956-qjq4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379583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Documentation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27739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Actual Work Recorded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7739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&amp; Tools Consumed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9230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 Work Complete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1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16064" y="4961334"/>
            <a:ext cx="6398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Completion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535-jsj80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466031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from Completed WOs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33275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Inspection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33275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Restocking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8140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Unused Part Returns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05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48464" y="4961334"/>
            <a:ext cx="6669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 Returns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816-sv99r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21414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 Classification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153794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Replacement Initiation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2623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Warranty Claim Support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9103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 Reporting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67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10389" y="4961334"/>
            <a:ext cx="80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Damaged Tool Reports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214563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06B6D4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2318147" y="216812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18147" y="2332434"/>
            <a:ext cx="3698079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 &amp; Reporting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18147" y="27753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insights into maintenance performance, downtime trends, and resource utilization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72013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6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8996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42536" y="4961334"/>
            <a:ext cx="77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 &amp; Reporting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9449-2ob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10650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KPI Charts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21715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Rate Trends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17196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 Productivity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17124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 Analytics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593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02265" y="4961334"/>
            <a:ext cx="6131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Repairs Analytics</a:t>
            </a: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2247-ohky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23740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Template-Based Reports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12491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&amp; Excel Export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16275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Scheduled Distribution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23847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Builder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77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0112" y="4961334"/>
            <a:ext cx="695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 Generation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3149-corh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36186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Impact Tracking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33293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Root Cause Categorization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60983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Reduction Strategies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44885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Analysis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88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31386" y="4961334"/>
            <a:ext cx="684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Tracking</a:t>
            </a:r>
            <a:endParaRPr lang="en-US" sz="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3494-8fvaj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07704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Overview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020003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Visualization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0070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Planning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72939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Command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020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44979" y="4961334"/>
            <a:ext cx="8704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Dashboard</a:t>
            </a:r>
            <a:endParaRPr lang="en-US" sz="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00050"/>
            <a:ext cx="863600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Impact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575072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93031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04082" y="1551980"/>
            <a:ext cx="33039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77590" y="1952030"/>
            <a:ext cx="1007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Modules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0699" y="2159198"/>
            <a:ext cx="183315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Fully integrated maintenance ecosystem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2618184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6144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137557" y="1551980"/>
            <a:ext cx="132123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242041" y="1952030"/>
            <a:ext cx="716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6437" y="2159198"/>
            <a:ext cx="160801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action tracked and traceable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661297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79256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490307" y="1551980"/>
            <a:ext cx="33039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287738" y="1952030"/>
            <a:ext cx="716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Sites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72819" y="2159198"/>
            <a:ext cx="144136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Tema, Kumasi, Takoradi unified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6704409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2369" y="106620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707981" y="1380530"/>
            <a:ext cx="1857375" cy="715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7352481" y="2123480"/>
            <a:ext cx="7275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Sync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3569" y="2330648"/>
            <a:ext cx="1746089" cy="133945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 KPI updates across all modules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8600" y="4961334"/>
            <a:ext cx="8078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85951" y="4961334"/>
            <a:ext cx="665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The Numbers</a:t>
            </a:r>
            <a:endParaRPr lang="en-US" sz="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 Module Ecosystem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882253"/>
            <a:ext cx="1950244" cy="0"/>
          </a:xfrm>
          <a:prstGeom prst="line">
            <a:avLst/>
          </a:prstGeom>
          <a:noFill/>
          <a:ln w="21431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03872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0772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7219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7219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219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219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2164556"/>
            <a:ext cx="1650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50319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50319" y="882253"/>
            <a:ext cx="1950244" cy="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991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0319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3891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0338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00338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00338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00338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PM Schedules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00338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3438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3438" y="882253"/>
            <a:ext cx="1950244" cy="0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0109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3438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7009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3456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3456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3456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93456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3456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Checks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36556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736556" y="882253"/>
            <a:ext cx="1950244" cy="0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228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36556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0128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6575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86575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86575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86575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86575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28600" y="4961334"/>
            <a:ext cx="76924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35367" y="4961334"/>
            <a:ext cx="10388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Modules Overview</a:t>
            </a: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1863" y="1753791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2003822"/>
            <a:ext cx="8595248" cy="424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3887" y="2511028"/>
            <a:ext cx="301611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 — Intelligent Asset Management Platform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286138" y="2889647"/>
            <a:ext cx="571500" cy="7144"/>
          </a:xfrm>
          <a:prstGeom prst="rect">
            <a:avLst/>
          </a:prstGeom>
          <a:solidFill>
            <a:srgbClr val="1E2D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88485" y="3068241"/>
            <a:ext cx="316691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Lightworld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43243" y="3282553"/>
            <a:ext cx="325740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https://iassetspro.lightworldtech.com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600" y="4975622"/>
            <a:ext cx="704954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92429" y="4975622"/>
            <a:ext cx="172034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Repairs — Work Order Workflow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2026-07-14T23:52:53Z</dcterms:created>
  <dcterms:modified xsi:type="dcterms:W3CDTF">2026-07-14T23:52:53Z</dcterms:modified>
</cp:coreProperties>
</file>