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iAssetsPro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Enterprise Asset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Maintenance Repairs</a:t>
            </a:r>
            <a:br/>
            <a:r>
              <a:t>Work Order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A623"/>
                </a:solidFill>
                <a:latin typeface="Calibri"/>
              </a:defRPr>
            </a:pPr>
            <a:r>
              <a:t>Complete Workflow Presentation — From Request to 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Prepared for Client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Lightworld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WORKFLOW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End-to-End Maintenance Repair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Request &amp;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Operator submits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Maintenance Request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Supervisor reviews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&amp; approves request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Real-time status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25603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Work Order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Convert approved MR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to Work Order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Assign to technician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Start work &amp; log time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Track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Repair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Tool request &amp; checkout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Material requisition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Tool transfers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Downtime logging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Inventory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463040"/>
            <a:ext cx="256032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Completion &amp;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Work completion sign-off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Supervisor closure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WO locked &amp; archived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Analytics &amp; KPIs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Compliance 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Central command center showing pending WOs, maintenance requests, asset health, and quick navigation to all modules.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Maintenance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All submitted requests in a filterable table. Filter by status, priority, asset, and date. Supervisors approve/reject from here.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-maintenance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Create New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Operators fill out the request form: describe the problem, select asset, set priority, and choose required trades.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3-create-m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Request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Full view of each request showing description, priority, asset details, approval chain with timestamps, and communication thread.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-m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2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Work Orders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Approved MRs converted to Work Orders. Track status, assigned technician, due dates, and priority levels at a glance.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5-work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2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Work Order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Complete WO lifecycle: assigned technician, task progress, time tracking, linked MR, and action buttons for tools, materials, and completion.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6-wo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From the WO detail, technicians request tools needed for the repair. Requests go to the tool shop for approval and issuance.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7-tool-reques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Request spare parts and consumables. The requisition flows from technician → supervisor → store keeper → issuance.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8-material-reques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Transfer tools between technicians or return them to the tool shop. Full chain-of-custody tracking maintained.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9-tool-transfe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Complete Work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Mark work complete with findings, replaced parts, and final time log. Triggers supervisor review workflow.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0-complete-wo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Requests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Central view of all tool requests across work orders. Track status from submission through issuance to return.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1-tool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 Requests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All material requisitions in one place. Monitor approval status, issuance progress, and consumption tracking.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2-material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Transfers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Track all tool movements between technicians and the tool shop. Ensures accountability and proper tool management.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3-tool-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Downtime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Record and analyze equipment downtime. Classify impact levels and correlate with maintenance activities for cost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4-dow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Completion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Formal WO completion review. Supervisors verify work quality, close the order, and lock it for archival.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5-com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Spare Part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Return unused parts after WO completion. Parts are inspected, restocked, and credited back to the original request.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6-spare-part-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Damaged Tool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Document and track damaged tools discovered during repair. Supports replacement planning and procurement budgets.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7-damaged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Repair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insights: WO completion rates, resolution times, technician productivity, equipment reliability, MTBF/MTTR, and trend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7238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Repair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Comprehensive reporting: by asset, overview stats, technician productivity, materials &amp; costs, downtime impact. Export to Excel, PDF, or Print.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7238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36975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iAssetsPro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A623"/>
                </a:solidFill>
                <a:latin typeface="Calibri"/>
              </a:defRPr>
            </a:pPr>
            <a:r>
              <a:t>Ready to transform your maintenance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Contact: info@iassetspro.com  |  www.lightworldtech.com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© 2025 Lightworld Technologies.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